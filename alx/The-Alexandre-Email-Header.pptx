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71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715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04800"/>
            <a:ext cx="2190750" cy="7713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206555"/>
            <a:ext cx="3964950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1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449874"/>
            <a:ext cx="4604804" cy="54483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3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As little as 5% 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067050"/>
            <a:ext cx="4189574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5"/>
              </a:lnSpc>
            </a:pPr>
            <a:r>
              <a:rPr sz="15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primary-residence buyers.</a:t>
            </a:r>
          </a:p>
        </p:txBody>
      </p:sp>
      <p:pic>
        <p:nvPicPr>
          <p:cNvPr id="7" name="Picture 6" descr="img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0"/>
            <a:ext cx="6286500" cy="38481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3848100"/>
            <a:ext cx="11430000" cy="9525"/>
          </a:xfrm>
          <a:prstGeom prst="rect">
            <a:avLst/>
          </a:prstGeom>
          <a:solidFill>
            <a:srgbClr val="616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4704159"/>
            <a:ext cx="102108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990230"/>
            <a:ext cx="485775" cy="4857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19200" y="3863667"/>
            <a:ext cx="967225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6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3991734"/>
            <a:ext cx="1612525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4248864"/>
            <a:ext cx="2884062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4448889"/>
            <a:ext cx="2498407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5451" y="3894980"/>
            <a:ext cx="514350" cy="514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4026" y="3923555"/>
            <a:ext cx="457200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784853" y="4453622"/>
            <a:ext cx="1263366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6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906089"/>
            <a:ext cx="1386834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1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0174" y="4856559"/>
            <a:ext cx="649039" cy="2476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9600" y="5173473"/>
            <a:ext cx="3462909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1" name="Picture 20" descr="img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00" y="5417046"/>
            <a:ext cx="5181600" cy="29825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