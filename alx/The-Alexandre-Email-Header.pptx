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715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04800"/>
            <a:ext cx="2190750" cy="771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212746"/>
            <a:ext cx="3964950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1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470829"/>
            <a:ext cx="4604804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3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067050"/>
            <a:ext cx="4189574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primary-residence buyers.</a:t>
            </a:r>
          </a:p>
        </p:txBody>
      </p:sp>
      <p:pic>
        <p:nvPicPr>
          <p:cNvPr id="7" name="Picture 6" descr="im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0"/>
            <a:ext cx="6286500" cy="38481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3848100"/>
            <a:ext cx="11430000" cy="9525"/>
          </a:xfrm>
          <a:prstGeom prst="rect">
            <a:avLst/>
          </a:prstGeom>
          <a:solidFill>
            <a:srgbClr val="616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4704159"/>
            <a:ext cx="102108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990230"/>
            <a:ext cx="485775" cy="4857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9200" y="3867953"/>
            <a:ext cx="967225" cy="1028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675" b="0" i="0" spc="16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4000782"/>
            <a:ext cx="1612525" cy="2171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4254579"/>
            <a:ext cx="2884062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454604"/>
            <a:ext cx="2498407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5451" y="3894980"/>
            <a:ext cx="514350" cy="514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4026" y="3923555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784853" y="4457908"/>
            <a:ext cx="1263366" cy="10286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675" b="0" i="0" spc="16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911804"/>
            <a:ext cx="138683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0174" y="4856559"/>
            <a:ext cx="649039" cy="2476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9600" y="5178712"/>
            <a:ext cx="3462909" cy="1257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2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1" name="Picture 20" descr="img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00" y="5417046"/>
            <a:ext cx="5181600" cy="2982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