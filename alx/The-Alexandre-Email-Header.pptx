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715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4800"/>
            <a:ext cx="2190750" cy="771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206555"/>
            <a:ext cx="396495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1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449874"/>
            <a:ext cx="4604804" cy="54483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3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067050"/>
            <a:ext cx="4189574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primary-residence buyers.</a:t>
            </a:r>
          </a:p>
        </p:txBody>
      </p:sp>
      <p:pic>
        <p:nvPicPr>
          <p:cNvPr id="7" name="Picture 6" descr="im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0"/>
            <a:ext cx="6286500" cy="38481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3848100"/>
            <a:ext cx="11430000" cy="9525"/>
          </a:xfrm>
          <a:prstGeom prst="rect">
            <a:avLst/>
          </a:prstGeom>
          <a:solidFill>
            <a:srgbClr val="616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4834979"/>
            <a:ext cx="102108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121050"/>
            <a:ext cx="485775" cy="4857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9200" y="3994487"/>
            <a:ext cx="967225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6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4122553"/>
            <a:ext cx="1612525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4379684"/>
            <a:ext cx="2884062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579709"/>
            <a:ext cx="2498407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5451" y="4025800"/>
            <a:ext cx="514350" cy="514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4026" y="4054375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784853" y="4584442"/>
            <a:ext cx="1263366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6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5036909"/>
            <a:ext cx="1386834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0174" y="4987379"/>
            <a:ext cx="649039" cy="247650"/>
          </a:xfrm>
          <a:prstGeom prst="rect">
            <a:avLst/>
          </a:prstGeom>
        </p:spPr>
      </p:pic>
      <p:pic>
        <p:nvPicPr>
          <p:cNvPr id="20" name="Picture 19" descr="snap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5333553"/>
            <a:ext cx="238125" cy="21907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04875" y="5314503"/>
            <a:ext cx="945802" cy="2524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EQUAL HOUSING</a:t>
            </a:r>
          </a:p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OPPORTUNITY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60202" y="5301704"/>
            <a:ext cx="6994" cy="282773"/>
          </a:xfrm>
          <a:prstGeom prst="rect">
            <a:avLst/>
          </a:prstGeom>
          <a:solidFill>
            <a:srgbClr val="9696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71972" y="5292179"/>
            <a:ext cx="9178822" cy="2937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13"/>
              </a:lnSpc>
            </a:pPr>
            <a:r>
              <a:rPr sz="825" b="0" i="0" spc="1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