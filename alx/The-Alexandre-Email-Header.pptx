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00" cy="40005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3850"/>
            <a:ext cx="2000250" cy="704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1976556"/>
            <a:ext cx="4351695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328981"/>
            <a:ext cx="1375395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17504"/>
            <a:ext cx="1392281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817"/>
            <a:ext cx="652200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2036564" y="2312789"/>
            <a:ext cx="4762" cy="134481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7076" y="2722810"/>
            <a:ext cx="2700340" cy="5195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66"/>
              </a:lnSpc>
            </a:pPr>
            <a:r>
              <a:rPr sz="14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primary‑residence buyers.</a:t>
            </a:r>
          </a:p>
        </p:txBody>
      </p:sp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096000" cy="400050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233862"/>
            <a:ext cx="628650" cy="628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0650" y="4212907"/>
            <a:ext cx="1867087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4498597"/>
            <a:ext cx="3124461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0650" y="4708147"/>
            <a:ext cx="2706668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5685" y="4152900"/>
            <a:ext cx="628650" cy="6286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70784" y="4830127"/>
            <a:ext cx="1169312" cy="1028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6300" y="4485322"/>
            <a:ext cx="1271173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71595" y="4329112"/>
            <a:ext cx="1148804" cy="4381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424808" y="5181748"/>
            <a:ext cx="3148066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4250" y="5348436"/>
            <a:ext cx="4381500" cy="2522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