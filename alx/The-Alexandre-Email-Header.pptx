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06555"/>
            <a:ext cx="396495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49874"/>
            <a:ext cx="4604804" cy="54483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189574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727971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014043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887479"/>
            <a:ext cx="967225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015546"/>
            <a:ext cx="1612525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272676"/>
            <a:ext cx="288406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472701"/>
            <a:ext cx="249840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3918793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3947368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477434"/>
            <a:ext cx="1263366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29901"/>
            <a:ext cx="138683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880371"/>
            <a:ext cx="649039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600" y="5197286"/>
            <a:ext cx="3462909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5393233"/>
            <a:ext cx="5181600" cy="2982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