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81000"/>
            <a:ext cx="2667000" cy="10962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33400"/>
            <a:ext cx="2247900" cy="7914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4191000"/>
            <a:ext cx="7772400" cy="20383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511992"/>
            <a:ext cx="3833494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UNCOMMON NEW ORLEANS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775820"/>
            <a:ext cx="525391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Designed to be effortless.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79690"/>
            <a:ext cx="6566353" cy="4795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76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Fully furnished condos with full-size appliances and elevator access, inside a historic building on New Orleans' original Newspaper Row.</a:t>
            </a:r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86500"/>
            <a:ext cx="1900237" cy="1428750"/>
          </a:xfrm>
          <a:prstGeom prst="rect">
            <a:avLst/>
          </a:prstGeom>
        </p:spPr>
      </p:pic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7387" y="6286500"/>
            <a:ext cx="1900237" cy="142875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75" y="6286500"/>
            <a:ext cx="1900237" cy="1428750"/>
          </a:xfrm>
          <a:prstGeom prst="rect">
            <a:avLst/>
          </a:prstGeom>
        </p:spPr>
      </p:pic>
      <p:pic>
        <p:nvPicPr>
          <p:cNvPr id="13" name="Picture 12" descr="img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162" y="6286500"/>
            <a:ext cx="1900237" cy="1428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7941945"/>
            <a:ext cx="1269539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8023860"/>
            <a:ext cx="1102313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837295"/>
            <a:ext cx="60208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6906" y="7924800"/>
            <a:ext cx="5655" cy="10668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89261" y="7980164"/>
            <a:ext cx="5242134" cy="4399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</a:pPr>
            <a:r>
              <a:rPr sz="12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Conventional condo financing for eligible primary‑residence buyers. Second home and investment condo financing also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9261" y="8663820"/>
            <a:ext cx="1271173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0" name="Picture 19" descr="img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557" y="8517135"/>
            <a:ext cx="1098946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54004" y="8562975"/>
            <a:ext cx="1696212" cy="3256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 DiGiovanni, Loan Officer</a:t>
            </a:r>
          </a:p>
          <a:p>
            <a:pPr algn="l">
              <a:lnSpc>
                <a:spcPts val="1214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NMLS #1934694 | 504.418.3416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9120187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9232106"/>
            <a:ext cx="4841572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 See reverse for payment example.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488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208404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30530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pic>
        <p:nvPicPr>
          <p:cNvPr id="5" name="Picture 4" descr="img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293" y="285750"/>
            <a:ext cx="1148506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841995"/>
            <a:ext cx="561143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Financing your new condo.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79190"/>
            <a:ext cx="6883131" cy="447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 has conventional financing available for condos in this building. A New Orleans lender since 1956.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329785"/>
            <a:ext cx="203703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617440"/>
            <a:ext cx="3840360" cy="15049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907000"/>
            <a:ext cx="1133180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981295"/>
            <a:ext cx="98628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07100"/>
            <a:ext cx="541624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6586" y="3029872"/>
            <a:ext cx="2103673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6586" y="3355627"/>
            <a:ext cx="2248679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buyers.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2360" y="26174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2360" y="33127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02360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53126" y="26174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3335" y="2756505"/>
            <a:ext cx="1326371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3335" y="30336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2360" y="3417540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2360" y="4112865"/>
            <a:ext cx="256029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02360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3126" y="3417540"/>
            <a:ext cx="9525" cy="70485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3335" y="3556605"/>
            <a:ext cx="2039034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Investment property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3335" y="3833782"/>
            <a:ext cx="1203992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448204"/>
            <a:ext cx="2131453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HOW TO GET STARTED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76829"/>
            <a:ext cx="266700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088269"/>
            <a:ext cx="1597818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Get prequalified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362575"/>
            <a:ext cx="2073726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Talk with Nate about your budget and the financing options for your plans.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7015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70150" y="4876829"/>
            <a:ext cx="281582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70150" y="5088269"/>
            <a:ext cx="1605444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Tour the condos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0150" y="5362575"/>
            <a:ext cx="1991061" cy="3667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See available units at The Alexandre with Desiree McSwain.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0700" y="4735859"/>
            <a:ext cx="203195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30700" y="4876829"/>
            <a:ext cx="278308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18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30700" y="5088269"/>
            <a:ext cx="2005807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Know your numbers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0700" y="5362575"/>
            <a:ext cx="2143613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2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Review your down payment, monthly payment, and cash to close before you buy.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6228457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8183909"/>
            <a:ext cx="4207371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7446" y="6228457"/>
            <a:ext cx="9525" cy="196497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g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6772721"/>
            <a:ext cx="876300" cy="876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819275" y="6403717"/>
            <a:ext cx="1182022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9275" y="6556578"/>
            <a:ext cx="1867087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19275" y="6838979"/>
            <a:ext cx="184602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275" y="7029479"/>
            <a:ext cx="919835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19275" y="7237124"/>
            <a:ext cx="987016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19275" y="7447627"/>
            <a:ext cx="161288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51" name="Picture 50" descr="img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5" y="7707659"/>
            <a:ext cx="849213" cy="323850"/>
          </a:xfrm>
          <a:prstGeom prst="rect">
            <a:avLst/>
          </a:prstGeom>
        </p:spPr>
      </p:pic>
      <p:pic>
        <p:nvPicPr>
          <p:cNvPr id="52" name="Picture 51" descr="img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8619" y="6686996"/>
            <a:ext cx="876300" cy="876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677542" y="7621398"/>
            <a:ext cx="1169312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pic>
        <p:nvPicPr>
          <p:cNvPr id="54" name="Picture 53" descr="img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521" y="6567933"/>
            <a:ext cx="571500" cy="571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712321" y="6576506"/>
            <a:ext cx="1566951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2321" y="6742241"/>
            <a:ext cx="1518472" cy="194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12321" y="6979413"/>
            <a:ext cx="885699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6521" y="7208013"/>
            <a:ext cx="2081703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59" name="Picture 58" descr="img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521" y="7458521"/>
            <a:ext cx="1272778" cy="4000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09600" y="8502104"/>
            <a:ext cx="65532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8620214"/>
            <a:ext cx="2943436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8833098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901169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64" name="Picture 63" descr="img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4937" y="950595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