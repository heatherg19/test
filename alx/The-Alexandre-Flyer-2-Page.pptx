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81000"/>
            <a:ext cx="2667000" cy="10962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33400"/>
            <a:ext cx="2247900" cy="7914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191000"/>
            <a:ext cx="7772400" cy="20383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505801"/>
            <a:ext cx="3833494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UNCOMMON NEW ORLEANS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756770"/>
            <a:ext cx="5253918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Designed to be effortless.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79690"/>
            <a:ext cx="6566353" cy="4795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76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Fully furnished condos with full-size appliances and elevator access, inside a historic building on New Orleans' original Newspaper Row.</a:t>
            </a:r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86500"/>
            <a:ext cx="1900237" cy="1428750"/>
          </a:xfrm>
          <a:prstGeom prst="rect">
            <a:avLst/>
          </a:prstGeom>
        </p:spPr>
      </p:pic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7387" y="6286500"/>
            <a:ext cx="1900237" cy="142875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6286500"/>
            <a:ext cx="1900237" cy="1428750"/>
          </a:xfrm>
          <a:prstGeom prst="rect">
            <a:avLst/>
          </a:prstGeom>
        </p:spPr>
      </p:pic>
      <p:pic>
        <p:nvPicPr>
          <p:cNvPr id="13" name="Picture 12" descr="img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162" y="6286500"/>
            <a:ext cx="1900237" cy="1428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7936230"/>
            <a:ext cx="1269539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7987665"/>
            <a:ext cx="1102313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831580"/>
            <a:ext cx="60208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6906" y="7924800"/>
            <a:ext cx="5655" cy="10668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9261" y="7980164"/>
            <a:ext cx="5242134" cy="4399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</a:pPr>
            <a:r>
              <a:rPr sz="12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Conventional condo financing for eligible primary‑residence buyers. Second home and investment condo financing also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9261" y="8658582"/>
            <a:ext cx="1271173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0" name="Picture 19" descr="img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557" y="8517135"/>
            <a:ext cx="1098946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54004" y="8562975"/>
            <a:ext cx="1696212" cy="3256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 DiGiovanni, Loan Officer</a:t>
            </a:r>
          </a:p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NMLS #1934694 | 504.418.3416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9167812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9274968"/>
            <a:ext cx="4841572" cy="12382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See reverse for payment example.</a:t>
            </a:r>
          </a:p>
        </p:txBody>
      </p:sp>
      <p:pic>
        <p:nvPicPr>
          <p:cNvPr id="24" name="Picture 23" descr="img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944880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251073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4338"/>
            <a:ext cx="435169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pic>
        <p:nvPicPr>
          <p:cNvPr id="5" name="Picture 4" descr="img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293" y="285750"/>
            <a:ext cx="1148506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809625"/>
            <a:ext cx="5286622" cy="9315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59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We can finance your condo at The Alexandre.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05880"/>
            <a:ext cx="6883131" cy="447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 has conventional financing available for condos in this building. A New Orleans lender since 1956.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50760"/>
            <a:ext cx="203703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4130"/>
            <a:ext cx="3840360" cy="15049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3328451"/>
            <a:ext cx="1133180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375600"/>
            <a:ext cx="986289" cy="8420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128551"/>
            <a:ext cx="541624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586" y="3446085"/>
            <a:ext cx="2103673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6586" y="3782317"/>
            <a:ext cx="2248679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2360" y="304413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2360" y="373945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02360" y="30441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53126" y="30441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3335" y="3174146"/>
            <a:ext cx="1326371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3335" y="3454181"/>
            <a:ext cx="12039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2360" y="384423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2360" y="453955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02360" y="38442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3126" y="384423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3335" y="3974246"/>
            <a:ext cx="2039034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Investment property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335" y="4254281"/>
            <a:ext cx="120399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745950"/>
            <a:ext cx="213145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HOW TO GET STARTED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039320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174575"/>
            <a:ext cx="266700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382681"/>
            <a:ext cx="1597818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prequalified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666035"/>
            <a:ext cx="2073726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Talk with Nate about your budget and the financing options for your plans.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70150" y="5039320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0150" y="5174575"/>
            <a:ext cx="28158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0150" y="5382681"/>
            <a:ext cx="1605444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Tour the condos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0150" y="5666035"/>
            <a:ext cx="1991061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See available units at The Alexandre with Desiree McSwain.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0700" y="5039320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0700" y="5174575"/>
            <a:ext cx="278308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0700" y="5382681"/>
            <a:ext cx="2005807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Know your numbers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700" y="5666035"/>
            <a:ext cx="2143613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Review your down payment, monthly payment, and cash to close before you buy.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6408687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8364140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40868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7446" y="640868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g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6952952"/>
            <a:ext cx="876300" cy="876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19275" y="6578709"/>
            <a:ext cx="1182022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9275" y="6726331"/>
            <a:ext cx="1867087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275" y="7013495"/>
            <a:ext cx="184602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275" y="7203995"/>
            <a:ext cx="91983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9275" y="7410688"/>
            <a:ext cx="987016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19275" y="7621666"/>
            <a:ext cx="161288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51" name="Picture 50" descr="img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5" y="7887890"/>
            <a:ext cx="849213" cy="323850"/>
          </a:xfrm>
          <a:prstGeom prst="rect">
            <a:avLst/>
          </a:prstGeom>
        </p:spPr>
      </p:pic>
      <p:pic>
        <p:nvPicPr>
          <p:cNvPr id="52" name="Picture 51" descr="img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8619" y="6867227"/>
            <a:ext cx="876300" cy="876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77542" y="7797343"/>
            <a:ext cx="1169312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pic>
        <p:nvPicPr>
          <p:cNvPr id="54" name="Picture 53" descr="img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521" y="6748164"/>
            <a:ext cx="571500" cy="571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712321" y="6751498"/>
            <a:ext cx="1566951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2321" y="6914376"/>
            <a:ext cx="1518472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2321" y="7153453"/>
            <a:ext cx="88569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6521" y="7382053"/>
            <a:ext cx="208170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59" name="Picture 58" descr="img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521" y="7638752"/>
            <a:ext cx="1272778" cy="4000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09600" y="8559105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8671976"/>
            <a:ext cx="2943436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8885336"/>
            <a:ext cx="3148066" cy="12382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63" name="Picture 62" descr="img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9059167"/>
            <a:ext cx="4962525" cy="28575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" y="9402067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