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11992"/>
            <a:ext cx="3833494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75820"/>
            <a:ext cx="52539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41945"/>
            <a:ext cx="1269539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8023860"/>
            <a:ext cx="1102313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7295"/>
            <a:ext cx="60208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63820"/>
            <a:ext cx="1271173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952244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120187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9232106"/>
            <a:ext cx="4841572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See reverse for payment example.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488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0840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30530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41995"/>
            <a:ext cx="561143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Financing your new condo.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7919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329785"/>
            <a:ext cx="203703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61744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07000"/>
            <a:ext cx="1133180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981295"/>
            <a:ext cx="98628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07100"/>
            <a:ext cx="541624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029872"/>
            <a:ext cx="2103673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35562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26174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3127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2756505"/>
            <a:ext cx="1326371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0336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4175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1128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556605"/>
            <a:ext cx="2039034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38337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448204"/>
            <a:ext cx="2131453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76829"/>
            <a:ext cx="266700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088269"/>
            <a:ext cx="1597818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36257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4876829"/>
            <a:ext cx="281582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088269"/>
            <a:ext cx="1605444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36257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4876829"/>
            <a:ext cx="278308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088269"/>
            <a:ext cx="2005807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36257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22845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18390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677272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403717"/>
            <a:ext cx="1182022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556578"/>
            <a:ext cx="1867087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6838979"/>
            <a:ext cx="184602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029479"/>
            <a:ext cx="91983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237124"/>
            <a:ext cx="987016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447627"/>
            <a:ext cx="161288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707659"/>
            <a:ext cx="849213" cy="323850"/>
          </a:xfrm>
          <a:prstGeom prst="rect">
            <a:avLst/>
          </a:prstGeom>
        </p:spPr>
      </p:pic>
      <p:pic>
        <p:nvPicPr>
          <p:cNvPr id="52" name="Picture 51" descr="img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68699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621398"/>
            <a:ext cx="1169312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567933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576506"/>
            <a:ext cx="1566951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742241"/>
            <a:ext cx="1518472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6979413"/>
            <a:ext cx="88569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208013"/>
            <a:ext cx="2081703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45852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50210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620214"/>
            <a:ext cx="2943436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8833098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901169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64" name="Picture 63" descr="img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4937" y="950595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