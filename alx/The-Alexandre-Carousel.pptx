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5905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600" y="533400"/>
            <a:ext cx="3619500" cy="14922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742950"/>
            <a:ext cx="3048000" cy="1073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427470"/>
            <a:ext cx="7364310" cy="251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819900"/>
            <a:ext cx="6717327" cy="17438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156"/>
              </a:lnSpc>
            </a:pPr>
            <a:r>
              <a:rPr sz="5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 at The Alexandre.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716863"/>
            <a:ext cx="9783916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2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primary-residence buyers.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0864750"/>
            <a:ext cx="72390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855993"/>
            <a:ext cx="704850" cy="7048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47825" y="9701778"/>
            <a:ext cx="1397001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7825" y="9891310"/>
            <a:ext cx="237639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7825" y="10253245"/>
            <a:ext cx="4085695" cy="194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25" y="10519945"/>
            <a:ext cx="3539350" cy="194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1663" y="9717881"/>
            <a:ext cx="742950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9763" y="9755981"/>
            <a:ext cx="666750" cy="6667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5277" y="10534173"/>
            <a:ext cx="1824781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1215270"/>
            <a:ext cx="1964590" cy="194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3295" y="11074300"/>
            <a:ext cx="1248370" cy="476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000" y="11657201"/>
            <a:ext cx="503694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1" name="Picture 20" descr="img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1984831"/>
            <a:ext cx="7239000" cy="41671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81404" y="12149137"/>
            <a:ext cx="139518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8200" y="941070"/>
            <a:ext cx="7364310" cy="251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400175"/>
            <a:ext cx="5736895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45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Primary residence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299335"/>
            <a:ext cx="2750790" cy="297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950" b="0" i="0" spc="507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2066925"/>
            <a:ext cx="3780192" cy="381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125"/>
              </a:lnSpc>
            </a:pPr>
            <a:r>
              <a:rPr sz="225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47319" y="4700587"/>
            <a:ext cx="1477256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250" b="0" i="0" spc="54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5381625"/>
            <a:ext cx="7834095" cy="10334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937"/>
              </a:lnSpc>
            </a:pPr>
            <a:r>
              <a:rPr sz="31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Conventional condo financing for eligible primary‑residence buyers and units.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7425035"/>
            <a:ext cx="861060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7706022"/>
            <a:ext cx="2736083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 spc="42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ALSO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8078450"/>
            <a:ext cx="6862994" cy="3886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 and investment property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5604" y="8187987"/>
            <a:ext cx="213889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8200" y="10695235"/>
            <a:ext cx="86106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686478"/>
            <a:ext cx="704850" cy="704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24025" y="9532262"/>
            <a:ext cx="1397001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4025" y="9721795"/>
            <a:ext cx="237639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4025" y="10083730"/>
            <a:ext cx="4085695" cy="194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24025" y="10350430"/>
            <a:ext cx="3539350" cy="194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9463" y="9548366"/>
            <a:ext cx="742950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g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7563" y="9586466"/>
            <a:ext cx="666750" cy="6667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953077" y="10364658"/>
            <a:ext cx="1824781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11045755"/>
            <a:ext cx="1964590" cy="194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3" name="Picture 22" descr="img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9495" y="10904785"/>
            <a:ext cx="1248816" cy="4762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38200" y="11487685"/>
            <a:ext cx="503694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5" name="Picture 24" descr="img4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6362" y="11815316"/>
            <a:ext cx="7534275" cy="4338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88670"/>
            <a:ext cx="5503214" cy="251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DESIGNED TO BE EFFORTLESS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202025"/>
            <a:ext cx="7202168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5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Inside the condos.</a:t>
            </a:r>
          </a:p>
        </p:txBody>
      </p:sp>
      <p:pic>
        <p:nvPicPr>
          <p:cNvPr id="5" name="Picture 4" descr="img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377380"/>
            <a:ext cx="4305300" cy="2983557"/>
          </a:xfrm>
          <a:prstGeom prst="rect">
            <a:avLst/>
          </a:prstGeom>
        </p:spPr>
      </p:pic>
      <p:pic>
        <p:nvPicPr>
          <p:cNvPr id="6" name="Picture 5" descr="img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2377380"/>
            <a:ext cx="4305300" cy="2983557"/>
          </a:xfrm>
          <a:prstGeom prst="rect">
            <a:avLst/>
          </a:prstGeom>
        </p:spPr>
      </p:pic>
      <p:pic>
        <p:nvPicPr>
          <p:cNvPr id="7" name="Picture 6" descr="img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513337"/>
            <a:ext cx="4305300" cy="2983557"/>
          </a:xfrm>
          <a:prstGeom prst="rect">
            <a:avLst/>
          </a:prstGeom>
        </p:spPr>
      </p:pic>
      <p:pic>
        <p:nvPicPr>
          <p:cNvPr id="8" name="Picture 7" descr="img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9700" y="5513337"/>
            <a:ext cx="4305300" cy="29835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861702"/>
            <a:ext cx="507597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336 Camp Street, New Orleans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1404" y="8996957"/>
            <a:ext cx="139518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SWIPE 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10771435"/>
            <a:ext cx="87630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g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9762678"/>
            <a:ext cx="704850" cy="7048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7825" y="9608462"/>
            <a:ext cx="1397001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25" y="9797995"/>
            <a:ext cx="237639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7825" y="10159930"/>
            <a:ext cx="4085695" cy="194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7825" y="10426630"/>
            <a:ext cx="3539350" cy="194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5663" y="9624566"/>
            <a:ext cx="742950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g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3763" y="9662666"/>
            <a:ext cx="666750" cy="6667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29277" y="10440858"/>
            <a:ext cx="1824781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121955"/>
            <a:ext cx="1964590" cy="194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1" name="Picture 20" descr="img1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53295" y="10980985"/>
            <a:ext cx="1248370" cy="4762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62000" y="11563885"/>
            <a:ext cx="503694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3" name="Picture 22" descr="img2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76362" y="11891516"/>
            <a:ext cx="7534275" cy="4338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8200" y="941070"/>
            <a:ext cx="2200450" cy="251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333500"/>
            <a:ext cx="4735889" cy="154215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544"/>
              </a:lnSpc>
            </a:pPr>
            <a:r>
              <a:rPr sz="49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Ready to own at The Alexandre?</a:t>
            </a:r>
          </a:p>
        </p:txBody>
      </p:sp>
      <p:pic>
        <p:nvPicPr>
          <p:cNvPr id="5" name="Picture 4" descr="im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7270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67100" y="4140398"/>
            <a:ext cx="2149247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67100" y="4437563"/>
            <a:ext cx="4413066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9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67100" y="5106203"/>
            <a:ext cx="369205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7100" y="5496728"/>
            <a:ext cx="183967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7100" y="5948213"/>
            <a:ext cx="2114749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2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7100" y="6411128"/>
            <a:ext cx="2977571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pic>
        <p:nvPicPr>
          <p:cNvPr id="12" name="Picture 11" descr="img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923" y="4553694"/>
            <a:ext cx="1428750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07944" y="6076741"/>
            <a:ext cx="2245843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0" i="0" spc="28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200" y="7095976"/>
            <a:ext cx="8610600" cy="14287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g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7491263"/>
            <a:ext cx="1428750" cy="14287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09850" y="7647979"/>
            <a:ext cx="2849019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9850" y="7949416"/>
            <a:ext cx="3036763" cy="3886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9850" y="8457545"/>
            <a:ext cx="1812616" cy="297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pic>
        <p:nvPicPr>
          <p:cNvPr id="19" name="Picture 18" descr="img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0218985"/>
            <a:ext cx="1515219" cy="476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73787" y="10297090"/>
            <a:ext cx="4483515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11045755"/>
            <a:ext cx="1964590" cy="194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2" name="Picture 21" descr="img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9495" y="10904785"/>
            <a:ext cx="1248816" cy="4762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8200" y="11487685"/>
            <a:ext cx="503694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4" name="Picture 23" descr="img4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6362" y="11815316"/>
            <a:ext cx="7534275" cy="43383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