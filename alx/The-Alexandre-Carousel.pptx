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5905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533400"/>
            <a:ext cx="3619500" cy="14922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742950"/>
            <a:ext cx="3048000" cy="1073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16992"/>
            <a:ext cx="736431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19900"/>
            <a:ext cx="6717327" cy="17438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56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 at The Alexandre.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702575"/>
            <a:ext cx="9783916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0797778"/>
            <a:ext cx="7239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789021"/>
            <a:ext cx="704850" cy="7048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47825" y="9628614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7825" y="9811003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7825" y="10178176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10444876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1663" y="9650908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9763" y="9689008"/>
            <a:ext cx="666750" cy="6667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5277" y="10461009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1140201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3295" y="11007328"/>
            <a:ext cx="1248370" cy="476250"/>
          </a:xfrm>
          <a:prstGeom prst="rect">
            <a:avLst/>
          </a:prstGeom>
        </p:spPr>
      </p:pic>
      <p:pic>
        <p:nvPicPr>
          <p:cNvPr id="20" name="Picture 19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1828264"/>
            <a:ext cx="352425" cy="3238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90625" y="11817846"/>
            <a:ext cx="1286023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Futura"/>
                <a:ea typeface="Futura"/>
                <a:cs typeface="Futura"/>
              </a:rPr>
              <a:t>OPPORTUNITY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9026" y="11569303"/>
            <a:ext cx="5301766" cy="8361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404" y="12139612"/>
            <a:ext cx="1395186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736431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71600"/>
            <a:ext cx="5736895" cy="7429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4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286952"/>
            <a:ext cx="2750790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07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2066925"/>
            <a:ext cx="3780192" cy="381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125"/>
              </a:lnSpc>
            </a:pPr>
            <a:r>
              <a:rPr sz="22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7319" y="4686300"/>
            <a:ext cx="1477256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 spc="54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381625"/>
            <a:ext cx="7834095" cy="10334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937"/>
              </a:lnSpc>
            </a:pPr>
            <a:r>
              <a:rPr sz="31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Conventional condo financing for eligible primary‑residence buyers and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7502872"/>
            <a:ext cx="861060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7774334"/>
            <a:ext cx="2736083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42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ALSO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8140094"/>
            <a:ext cx="6862994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property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5604" y="8254394"/>
            <a:ext cx="2138898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10850909"/>
            <a:ext cx="86106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842152"/>
            <a:ext cx="704850" cy="704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24025" y="9681745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025" y="9864134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4025" y="10231308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24025" y="10498008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9463" y="9704040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563" y="9742140"/>
            <a:ext cx="666750" cy="6667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53077" y="10514141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11193333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3" name="Picture 22" descr="img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9495" y="11060459"/>
            <a:ext cx="1248816" cy="476250"/>
          </a:xfrm>
          <a:prstGeom prst="rect">
            <a:avLst/>
          </a:prstGeom>
        </p:spPr>
      </p:pic>
      <p:pic>
        <p:nvPicPr>
          <p:cNvPr id="24" name="Picture 23" descr="snap4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1778555"/>
            <a:ext cx="352425" cy="3238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66825" y="11768137"/>
            <a:ext cx="1286023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Futura"/>
                <a:ea typeface="Futura"/>
                <a:cs typeface="Futura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Futura"/>
                <a:ea typeface="Futura"/>
                <a:cs typeface="Futura"/>
              </a:rPr>
              <a:t>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5970" y="11622434"/>
            <a:ext cx="6829651" cy="6304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78192"/>
            <a:ext cx="5503214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DESIGNED TO BE EFFORTLESS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65830"/>
            <a:ext cx="7202168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Inside the condos.</a:t>
            </a:r>
          </a:p>
        </p:txBody>
      </p:sp>
      <p:pic>
        <p:nvPicPr>
          <p:cNvPr id="5" name="Picture 4" descr="img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377380"/>
            <a:ext cx="4305300" cy="3061394"/>
          </a:xfrm>
          <a:prstGeom prst="rect">
            <a:avLst/>
          </a:prstGeom>
        </p:spPr>
      </p:pic>
      <p:pic>
        <p:nvPicPr>
          <p:cNvPr id="6" name="Picture 5" descr="img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2377380"/>
            <a:ext cx="4305300" cy="3061394"/>
          </a:xfrm>
          <a:prstGeom prst="rect">
            <a:avLst/>
          </a:prstGeom>
        </p:spPr>
      </p:pic>
      <p:pic>
        <p:nvPicPr>
          <p:cNvPr id="7" name="Picture 6" descr="img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91175"/>
            <a:ext cx="4305300" cy="3061543"/>
          </a:xfrm>
          <a:prstGeom prst="rect">
            <a:avLst/>
          </a:prstGeom>
        </p:spPr>
      </p:pic>
      <p:pic>
        <p:nvPicPr>
          <p:cNvPr id="8" name="Picture 7" descr="img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9700" y="5591175"/>
            <a:ext cx="4305300" cy="30615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9002285"/>
            <a:ext cx="5075979" cy="39624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336 Camp Street, New Orleans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1404" y="9143255"/>
            <a:ext cx="1395186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10927258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g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9918501"/>
            <a:ext cx="704850" cy="7048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7825" y="9758094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9940483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25" y="10307657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7825" y="10574357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5663" y="9780389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g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3763" y="9818489"/>
            <a:ext cx="666750" cy="6667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9277" y="10590490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269682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1" name="Picture 20" descr="img1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3295" y="11136808"/>
            <a:ext cx="1248370" cy="476250"/>
          </a:xfrm>
          <a:prstGeom prst="rect">
            <a:avLst/>
          </a:prstGeom>
        </p:spPr>
      </p:pic>
      <p:pic>
        <p:nvPicPr>
          <p:cNvPr id="22" name="Picture 21" descr="snap1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1854904"/>
            <a:ext cx="352425" cy="3238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90625" y="11844486"/>
            <a:ext cx="1286023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Futura"/>
                <a:ea typeface="Futura"/>
                <a:cs typeface="Futura"/>
              </a:rPr>
              <a:t>OPPORTUNITY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9919" y="11698783"/>
            <a:ext cx="6829651" cy="6304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220045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33500"/>
            <a:ext cx="4735889" cy="15421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544"/>
              </a:lnSpc>
            </a:pPr>
            <a:r>
              <a:rPr sz="49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5" name="Picture 4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350543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67100" y="4208710"/>
            <a:ext cx="2149247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7100" y="4490635"/>
            <a:ext cx="4413066" cy="6438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9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7100" y="5172610"/>
            <a:ext cx="369205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7100" y="5563135"/>
            <a:ext cx="183967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6011763"/>
            <a:ext cx="2114749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7100" y="6477535"/>
            <a:ext cx="2977571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12" name="Picture 11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923" y="4631531"/>
            <a:ext cx="1428750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7944" y="6146958"/>
            <a:ext cx="2245843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 spc="28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7173813"/>
            <a:ext cx="8610600" cy="14287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569100"/>
            <a:ext cx="1428750" cy="14287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09850" y="7716291"/>
            <a:ext cx="284901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850" y="8011060"/>
            <a:ext cx="3036763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9850" y="8522999"/>
            <a:ext cx="1812616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pic>
        <p:nvPicPr>
          <p:cNvPr id="19" name="Picture 18" descr="img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74659"/>
            <a:ext cx="1515219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73787" y="10439429"/>
            <a:ext cx="4483515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11193333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9495" y="11060459"/>
            <a:ext cx="1248816" cy="476250"/>
          </a:xfrm>
          <a:prstGeom prst="rect">
            <a:avLst/>
          </a:prstGeom>
        </p:spPr>
      </p:pic>
      <p:pic>
        <p:nvPicPr>
          <p:cNvPr id="23" name="Picture 22" descr="snap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1778555"/>
            <a:ext cx="352425" cy="3238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6825" y="11768137"/>
            <a:ext cx="1286023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Futura"/>
                <a:ea typeface="Futura"/>
                <a:cs typeface="Futura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Futura"/>
                <a:ea typeface="Futura"/>
                <a:cs typeface="Futura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5970" y="11622434"/>
            <a:ext cx="6829651" cy="6304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