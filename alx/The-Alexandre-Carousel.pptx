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5.png"/><Relationship Id="rId9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9055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09600" y="533400"/>
            <a:ext cx="3619500" cy="14922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350" y="742950"/>
            <a:ext cx="3048000" cy="10731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416992"/>
            <a:ext cx="6519225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Jost"/>
                <a:ea typeface="Jost"/>
                <a:cs typeface="Jost"/>
              </a:rPr>
              <a:t>CONDO FINANCING AT THE ALEXANDRE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6819900"/>
            <a:ext cx="6844069" cy="174381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156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 at The Alexandre.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702575"/>
            <a:ext cx="8661171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condo financing for eligible primary-residence buyers.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10797778"/>
            <a:ext cx="7239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9789021"/>
            <a:ext cx="704850" cy="7048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7825" y="9628614"/>
            <a:ext cx="123669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7825" y="9811003"/>
            <a:ext cx="2103691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7825" y="10178176"/>
            <a:ext cx="3616844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10444876"/>
            <a:ext cx="31331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81663" y="9650908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9763" y="9689008"/>
            <a:ext cx="666750" cy="666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5277" y="10461009"/>
            <a:ext cx="161538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11140201"/>
            <a:ext cx="173914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3295" y="11007328"/>
            <a:ext cx="1248370" cy="476250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1828264"/>
            <a:ext cx="352425" cy="3238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90625" y="11817846"/>
            <a:ext cx="1286035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89026" y="11569303"/>
            <a:ext cx="5401800" cy="8361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404" y="12139612"/>
            <a:ext cx="1235082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"/>
                <a:ea typeface="Jost"/>
                <a:cs typeface="Jost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6519225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Jost"/>
                <a:ea typeface="Jost"/>
                <a:cs typeface="Jost"/>
              </a:rPr>
              <a:t>CONDO FINANCING AT THE ALEXANDRE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71600"/>
            <a:ext cx="5078563" cy="7429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4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Primary residence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286952"/>
            <a:ext cx="2435125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 spc="507">
                <a:solidFill>
                  <a:srgbClr val="2D2D2D"/>
                </a:solidFill>
                <a:latin typeface="Jost"/>
                <a:ea typeface="Jost"/>
                <a:cs typeface="Jost"/>
              </a:rPr>
              <a:t>AS LITTLE 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2066925"/>
            <a:ext cx="3851517" cy="381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125"/>
              </a:lnSpc>
            </a:pPr>
            <a:r>
              <a:rPr sz="225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47319" y="4686300"/>
            <a:ext cx="1307734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 spc="540">
                <a:solidFill>
                  <a:srgbClr val="2D2D2D"/>
                </a:solidFill>
                <a:latin typeface="Jost"/>
                <a:ea typeface="Jost"/>
                <a:cs typeface="Jost"/>
              </a:rPr>
              <a:t>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381625"/>
            <a:ext cx="7981908" cy="10334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937"/>
              </a:lnSpc>
            </a:pPr>
            <a:r>
              <a:rPr sz="31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Conventional condo financing for eligible primary‑residence buyers and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7502872"/>
            <a:ext cx="8610600" cy="9525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7774334"/>
            <a:ext cx="2422106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420">
                <a:solidFill>
                  <a:srgbClr val="2D2D2D"/>
                </a:solidFill>
                <a:latin typeface="Jost"/>
                <a:ea typeface="Jost"/>
                <a:cs typeface="Jost"/>
              </a:rPr>
              <a:t>ALSO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8140094"/>
            <a:ext cx="6075437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Second home and investment property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95604" y="8254394"/>
            <a:ext cx="189345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Contact for details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8200" y="10850909"/>
            <a:ext cx="8610600" cy="9525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9842152"/>
            <a:ext cx="704850" cy="7048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24025" y="9681745"/>
            <a:ext cx="123669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24025" y="9864134"/>
            <a:ext cx="2103691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4025" y="10231308"/>
            <a:ext cx="3616844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24025" y="10498008"/>
            <a:ext cx="31331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9463" y="9704040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563" y="9742140"/>
            <a:ext cx="666750" cy="66675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953077" y="10514141"/>
            <a:ext cx="161538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2D2D2D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11193333"/>
            <a:ext cx="173914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23" name="Picture 22" descr="img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95" y="11060459"/>
            <a:ext cx="1248816" cy="476250"/>
          </a:xfrm>
          <a:prstGeom prst="rect">
            <a:avLst/>
          </a:prstGeom>
        </p:spPr>
      </p:pic>
      <p:pic>
        <p:nvPicPr>
          <p:cNvPr id="24" name="Picture 23" descr="snap4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1778555"/>
            <a:ext cx="352425" cy="3238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266825" y="11768137"/>
            <a:ext cx="1286035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65970" y="11622434"/>
            <a:ext cx="6958512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2000" y="778192"/>
            <a:ext cx="4871698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FFFFFF"/>
                </a:solidFill>
                <a:latin typeface="Jost"/>
                <a:ea typeface="Jost"/>
                <a:cs typeface="Jost"/>
              </a:rPr>
              <a:t>DESIGNED TO BE EFFORTLESS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65830"/>
            <a:ext cx="6375689" cy="94107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57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Inside the condos.</a:t>
            </a:r>
          </a:p>
        </p:txBody>
      </p:sp>
      <p:pic>
        <p:nvPicPr>
          <p:cNvPr id="5" name="Picture 4" descr="img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377380"/>
            <a:ext cx="4305300" cy="3061394"/>
          </a:xfrm>
          <a:prstGeom prst="rect">
            <a:avLst/>
          </a:prstGeom>
        </p:spPr>
      </p:pic>
      <p:pic>
        <p:nvPicPr>
          <p:cNvPr id="6" name="Picture 5" descr="img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9700" y="2377380"/>
            <a:ext cx="4305300" cy="3061394"/>
          </a:xfrm>
          <a:prstGeom prst="rect">
            <a:avLst/>
          </a:prstGeom>
        </p:spPr>
      </p:pic>
      <p:pic>
        <p:nvPicPr>
          <p:cNvPr id="7" name="Picture 6" descr="img5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5591175"/>
            <a:ext cx="4305300" cy="3061543"/>
          </a:xfrm>
          <a:prstGeom prst="rect">
            <a:avLst/>
          </a:prstGeom>
        </p:spPr>
      </p:pic>
      <p:pic>
        <p:nvPicPr>
          <p:cNvPr id="8" name="Picture 7" descr="img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9700" y="5591175"/>
            <a:ext cx="4305300" cy="30615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2000" y="9002285"/>
            <a:ext cx="4493490" cy="39624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336 Camp Street, New Orleans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1404" y="9143255"/>
            <a:ext cx="1235082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FFFFFF"/>
                </a:solidFill>
                <a:latin typeface="Jost"/>
                <a:ea typeface="Jost"/>
                <a:cs typeface="Jost"/>
              </a:rPr>
              <a:t>SWIPE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10927258"/>
            <a:ext cx="87630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g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000" y="9918501"/>
            <a:ext cx="704850" cy="7048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647825" y="9758094"/>
            <a:ext cx="123669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7825" y="9940483"/>
            <a:ext cx="2103691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7825" y="10307657"/>
            <a:ext cx="3616844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7825" y="10574357"/>
            <a:ext cx="313319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5663" y="9780389"/>
            <a:ext cx="742950" cy="7429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g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43763" y="9818489"/>
            <a:ext cx="666750" cy="6667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029277" y="10590490"/>
            <a:ext cx="1615380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34">
                <a:solidFill>
                  <a:srgbClr val="FFFFFF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269682"/>
            <a:ext cx="173914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FFFFFF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21" name="Picture 20" descr="img1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53295" y="11136808"/>
            <a:ext cx="1248370" cy="476250"/>
          </a:xfrm>
          <a:prstGeom prst="rect">
            <a:avLst/>
          </a:prstGeom>
        </p:spPr>
      </p:pic>
      <p:pic>
        <p:nvPicPr>
          <p:cNvPr id="22" name="Picture 21" descr="snap19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1854904"/>
            <a:ext cx="352425" cy="3238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90625" y="11844486"/>
            <a:ext cx="1286035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FFFFFF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9919" y="11698783"/>
            <a:ext cx="6958512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930592"/>
            <a:ext cx="1947939" cy="27241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650" b="0" i="0" spc="495">
                <a:solidFill>
                  <a:srgbClr val="2D2D2D"/>
                </a:solidFill>
                <a:latin typeface="Jost"/>
                <a:ea typeface="Jost"/>
                <a:cs typeface="Jost"/>
              </a:rP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333500"/>
            <a:ext cx="4825245" cy="15421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544"/>
              </a:lnSpc>
            </a:pPr>
            <a:r>
              <a:rPr sz="49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Ready to own at The Alexandre?</a:t>
            </a:r>
          </a:p>
        </p:txBody>
      </p:sp>
      <p:pic>
        <p:nvPicPr>
          <p:cNvPr id="5" name="Picture 4" descr="img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4350543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67100" y="4208710"/>
            <a:ext cx="1902612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67100" y="4490635"/>
            <a:ext cx="3906648" cy="6438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9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67100" y="5172610"/>
            <a:ext cx="3268372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Loan Officer | NMLS #1934694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67100" y="5563135"/>
            <a:ext cx="1628560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Eustis Mortgage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6011763"/>
            <a:ext cx="1872073" cy="37147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2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504.418.3416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6477535"/>
            <a:ext cx="2635883" cy="29718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nate@eustismortgage.com</a:t>
            </a:r>
          </a:p>
        </p:txBody>
      </p:sp>
      <p:pic>
        <p:nvPicPr>
          <p:cNvPr id="12" name="Picture 11" descr="img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923" y="4631531"/>
            <a:ext cx="1428750" cy="14287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07944" y="6146958"/>
            <a:ext cx="1988123" cy="19812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00" b="0" i="0" spc="288">
                <a:solidFill>
                  <a:srgbClr val="2D2D2D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8200" y="7173813"/>
            <a:ext cx="8610600" cy="14287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g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7569100"/>
            <a:ext cx="1428750" cy="14287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09850" y="7716291"/>
            <a:ext cx="2522083" cy="24765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500" b="0" i="0" spc="360">
                <a:solidFill>
                  <a:srgbClr val="2D2D2D"/>
                </a:solidFill>
                <a:latin typeface="Jost"/>
                <a:ea typeface="Jost"/>
                <a:cs typeface="Jost"/>
              </a:rPr>
              <a:t>TOURS AND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9850" y="8011060"/>
            <a:ext cx="2688282" cy="42100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Desiree McSwain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09850" y="8522999"/>
            <a:ext cx="1604611" cy="321945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950" b="0" i="0">
                <a:solidFill>
                  <a:srgbClr val="2D2D2D"/>
                </a:solidFill>
                <a:latin typeface="Jost"/>
                <a:ea typeface="Jost"/>
                <a:cs typeface="Jost"/>
              </a:rPr>
              <a:t>504-232-8199</a:t>
            </a:r>
          </a:p>
        </p:txBody>
      </p:sp>
      <p:pic>
        <p:nvPicPr>
          <p:cNvPr id="19" name="Picture 18" descr="img8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74659"/>
            <a:ext cx="1515219" cy="4762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73787" y="10439429"/>
            <a:ext cx="3969013" cy="34671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coolmurphy.com/thealexandre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11193333"/>
            <a:ext cx="1739145" cy="21050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275" b="0" i="0" spc="306">
                <a:solidFill>
                  <a:srgbClr val="555555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22" name="Picture 21" descr="img4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9495" y="11060459"/>
            <a:ext cx="1248816" cy="476250"/>
          </a:xfrm>
          <a:prstGeom prst="rect">
            <a:avLst/>
          </a:prstGeom>
        </p:spPr>
      </p:pic>
      <p:pic>
        <p:nvPicPr>
          <p:cNvPr id="23" name="Picture 22" descr="snap4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8200" y="11778555"/>
            <a:ext cx="352425" cy="32385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66825" y="11768137"/>
            <a:ext cx="1286035" cy="3437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1207"/>
              </a:lnSpc>
            </a:pPr>
            <a:r>
              <a:rPr sz="1050" b="0" i="0" spc="63">
                <a:solidFill>
                  <a:srgbClr val="555555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65970" y="11622434"/>
            <a:ext cx="6958512" cy="6304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620"/>
              </a:lnSpc>
            </a:pPr>
            <a:r>
              <a:rPr sz="1200" b="0" i="0" spc="24">
                <a:solidFill>
                  <a:srgbClr val="555555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