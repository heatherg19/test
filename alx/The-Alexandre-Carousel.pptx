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5905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600" y="533400"/>
            <a:ext cx="3619500" cy="14922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742950"/>
            <a:ext cx="3048000" cy="1073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416992"/>
            <a:ext cx="7364310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819900"/>
            <a:ext cx="6717327" cy="17438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156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 at The Alexandre.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702575"/>
            <a:ext cx="9783916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primary-residence buyers.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0921900"/>
            <a:ext cx="7239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913143"/>
            <a:ext cx="704850" cy="7048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47825" y="9752736"/>
            <a:ext cx="139700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7825" y="9935125"/>
            <a:ext cx="2376392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7825" y="10302299"/>
            <a:ext cx="40856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25" y="10568999"/>
            <a:ext cx="353935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1663" y="9775031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9763" y="9813131"/>
            <a:ext cx="666750" cy="6667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5277" y="10585132"/>
            <a:ext cx="182478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1264324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3295" y="11131450"/>
            <a:ext cx="1248370" cy="476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000" y="11706731"/>
            <a:ext cx="5036942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1" name="Picture 20" descr="img2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1984831"/>
            <a:ext cx="7239000" cy="41671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81404" y="12139612"/>
            <a:ext cx="1395186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930592"/>
            <a:ext cx="7364310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371600"/>
            <a:ext cx="5736895" cy="7429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45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286952"/>
            <a:ext cx="2750790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07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2066925"/>
            <a:ext cx="3780192" cy="381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125"/>
              </a:lnSpc>
            </a:pPr>
            <a:r>
              <a:rPr sz="225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47319" y="4686300"/>
            <a:ext cx="1477256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 spc="54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5381625"/>
            <a:ext cx="7834095" cy="10334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937"/>
              </a:lnSpc>
            </a:pPr>
            <a:r>
              <a:rPr sz="31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Conventional condo financing for eligible primary‑residence buyers and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7453610"/>
            <a:ext cx="861060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7725072"/>
            <a:ext cx="2736083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42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ALSO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8090832"/>
            <a:ext cx="6862994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 and investment property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5604" y="8205132"/>
            <a:ext cx="2138898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Contact for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200" y="10752385"/>
            <a:ext cx="86106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743628"/>
            <a:ext cx="704850" cy="704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24025" y="9583221"/>
            <a:ext cx="139700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025" y="9765610"/>
            <a:ext cx="2376392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4025" y="10132784"/>
            <a:ext cx="40856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24025" y="10399484"/>
            <a:ext cx="353935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9463" y="9605516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7563" y="9643616"/>
            <a:ext cx="666750" cy="6667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953077" y="10415617"/>
            <a:ext cx="182478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11094809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3" name="Picture 22" descr="img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9495" y="10961935"/>
            <a:ext cx="1248816" cy="4762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38200" y="11537215"/>
            <a:ext cx="5036942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5" name="Picture 24" descr="img4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1815316"/>
            <a:ext cx="7534275" cy="4338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78192"/>
            <a:ext cx="5503214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DESIGNED TO BE EFFORTLESS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65830"/>
            <a:ext cx="7202168" cy="9410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Inside the condos.</a:t>
            </a:r>
          </a:p>
        </p:txBody>
      </p:sp>
      <p:pic>
        <p:nvPicPr>
          <p:cNvPr id="5" name="Picture 4" descr="img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377380"/>
            <a:ext cx="4305300" cy="3012132"/>
          </a:xfrm>
          <a:prstGeom prst="rect">
            <a:avLst/>
          </a:prstGeom>
        </p:spPr>
      </p:pic>
      <p:pic>
        <p:nvPicPr>
          <p:cNvPr id="6" name="Picture 5" descr="img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2377380"/>
            <a:ext cx="4305300" cy="3012132"/>
          </a:xfrm>
          <a:prstGeom prst="rect">
            <a:avLst/>
          </a:prstGeom>
        </p:spPr>
      </p:pic>
      <p:pic>
        <p:nvPicPr>
          <p:cNvPr id="7" name="Picture 6" descr="img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541912"/>
            <a:ext cx="4305300" cy="3012132"/>
          </a:xfrm>
          <a:prstGeom prst="rect">
            <a:avLst/>
          </a:prstGeom>
        </p:spPr>
      </p:pic>
      <p:pic>
        <p:nvPicPr>
          <p:cNvPr id="8" name="Picture 7" descr="img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9700" y="5541912"/>
            <a:ext cx="4305300" cy="30121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903612"/>
            <a:ext cx="5075979" cy="39624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336 Camp Street, New Orleans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1404" y="9044582"/>
            <a:ext cx="1395186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SWIPE 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10828585"/>
            <a:ext cx="8763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g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9819828"/>
            <a:ext cx="704850" cy="7048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7825" y="9659421"/>
            <a:ext cx="139700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25" y="9841810"/>
            <a:ext cx="2376392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25" y="10208984"/>
            <a:ext cx="40856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7825" y="10475684"/>
            <a:ext cx="353935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504.418.3416 | nate@eustismortgage.com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5663" y="9681716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g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3763" y="9719816"/>
            <a:ext cx="666750" cy="6667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29277" y="10491817"/>
            <a:ext cx="1824781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171009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FFFFFF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1" name="Picture 20" descr="img1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53295" y="11038135"/>
            <a:ext cx="1248370" cy="4762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62000" y="11613415"/>
            <a:ext cx="5036942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3" name="Picture 22" descr="img2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1891516"/>
            <a:ext cx="7534275" cy="4338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930592"/>
            <a:ext cx="2200450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333500"/>
            <a:ext cx="4735889" cy="15421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544"/>
              </a:lnSpc>
            </a:pPr>
            <a:r>
              <a:rPr sz="49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Ready to own at The Alexandre?</a:t>
            </a:r>
          </a:p>
        </p:txBody>
      </p:sp>
      <p:pic>
        <p:nvPicPr>
          <p:cNvPr id="5" name="Picture 4" descr="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301281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67100" y="4159448"/>
            <a:ext cx="2149247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67100" y="4441373"/>
            <a:ext cx="4413066" cy="6438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9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7100" y="5123348"/>
            <a:ext cx="3692050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7100" y="5513873"/>
            <a:ext cx="1839670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Eustis Mortgage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5962501"/>
            <a:ext cx="2114749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7100" y="6428273"/>
            <a:ext cx="2977571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nate@eustismortgage.com</a:t>
            </a:r>
          </a:p>
        </p:txBody>
      </p:sp>
      <p:pic>
        <p:nvPicPr>
          <p:cNvPr id="12" name="Picture 11" descr="im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923" y="4582269"/>
            <a:ext cx="1428750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7944" y="6097696"/>
            <a:ext cx="2245843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 spc="288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" y="7124551"/>
            <a:ext cx="8610600" cy="14287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g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7519838"/>
            <a:ext cx="1428750" cy="14287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09850" y="7667029"/>
            <a:ext cx="2849019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TOURS AND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9850" y="7961798"/>
            <a:ext cx="3036763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9850" y="8473737"/>
            <a:ext cx="1812616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504-232-8199</a:t>
            </a:r>
          </a:p>
        </p:txBody>
      </p:sp>
      <p:pic>
        <p:nvPicPr>
          <p:cNvPr id="19" name="Picture 18" descr="img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0276135"/>
            <a:ext cx="1515219" cy="476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73787" y="10340905"/>
            <a:ext cx="4483515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11094809"/>
            <a:ext cx="1964590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555555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2" name="Picture 21" descr="img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9495" y="10961935"/>
            <a:ext cx="1248816" cy="4762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8200" y="11537215"/>
            <a:ext cx="5036942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4" name="Picture 23" descr="img4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11815316"/>
            <a:ext cx="7534275" cy="43383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