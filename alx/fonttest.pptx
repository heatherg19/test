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85750"/>
            <a:ext cx="9525000" cy="7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latin typeface="Jost"/>
                <a:ea typeface="Jost"/>
                <a:cs typeface="Jost"/>
              </a:rPr>
              <a:t>1. Jost: Condo financing at The Alexandre 504.418.3416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5375"/>
            <a:ext cx="9525000" cy="7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latin typeface="Jost Light"/>
                <a:ea typeface="Jost Light"/>
                <a:cs typeface="Jost Light"/>
              </a:rPr>
              <a:t>2. Jost Light: Condo financing at The Alexandre 504.418.3416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1905000"/>
            <a:ext cx="9525000" cy="7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latin typeface="Futura"/>
                <a:ea typeface="Futura"/>
                <a:cs typeface="Futura"/>
              </a:rPr>
              <a:t>3. Futura: Condo financing at The Alexandre 504.418.3416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2714625"/>
            <a:ext cx="9525000" cy="7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latin typeface="Futura PT"/>
                <a:ea typeface="Futura PT"/>
                <a:cs typeface="Futura PT"/>
              </a:rPr>
              <a:t>4. Futura PT: Condo financing at The Alexandre 504.418.3416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3524250"/>
            <a:ext cx="9525000" cy="7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latin typeface="Montserrat"/>
                <a:ea typeface="Montserrat"/>
                <a:cs typeface="Montserrat"/>
              </a:rPr>
              <a:t>5. Montserrat: Condo financing at The Alexandre 504.418.3416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4333875"/>
            <a:ext cx="9525000" cy="7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latin typeface="Poppins"/>
                <a:ea typeface="Poppins"/>
                <a:cs typeface="Poppins"/>
              </a:rPr>
              <a:t>6. Poppins: Condo financing at The Alexandre 504.418.3416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5143500"/>
            <a:ext cx="9525000" cy="7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latin typeface="Raleway"/>
                <a:ea typeface="Raleway"/>
                <a:cs typeface="Raleway"/>
              </a:rPr>
              <a:t>7. Raleway: Condo financing at The Alexandre 504.418.3416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" y="5953125"/>
            <a:ext cx="9525000" cy="7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latin typeface="Josefin Sans"/>
                <a:ea typeface="Josefin Sans"/>
                <a:cs typeface="Josefin Sans"/>
              </a:rPr>
              <a:t>8. Josefin Sans: Condo financing at The Alexandre 504.418.3416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6762750"/>
            <a:ext cx="9525000" cy="7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latin typeface="League Spartan"/>
                <a:ea typeface="League Spartan"/>
                <a:cs typeface="League Spartan"/>
              </a:rPr>
              <a:t>9. League Spartan: Condo financing at The Alexandre 504.418.3416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000" y="7572375"/>
            <a:ext cx="9525000" cy="7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latin typeface="Lato"/>
                <a:ea typeface="Lato"/>
                <a:cs typeface="Lato"/>
              </a:rPr>
              <a:t>10. Lato: Condo financing at The Alexandre 504.418.3416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000" y="8382000"/>
            <a:ext cx="9525000" cy="7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latin typeface="Open Sans"/>
                <a:ea typeface="Open Sans"/>
                <a:cs typeface="Open Sans"/>
              </a:rPr>
              <a:t>11. Open Sans: Condo financing at The Alexandre 504.418.3416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9191625"/>
            <a:ext cx="9525000" cy="7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latin typeface="Glacial Indifference"/>
                <a:ea typeface="Glacial Indifference"/>
                <a:cs typeface="Glacial Indifference"/>
              </a:rPr>
              <a:t>12. Glacial Indifference: Condo financing at The Alexandre 504.418.3416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