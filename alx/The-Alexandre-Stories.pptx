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00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2000" y="2286000"/>
            <a:ext cx="4038600" cy="166464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514600"/>
            <a:ext cx="3429000" cy="1207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8497252"/>
            <a:ext cx="8703391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963025"/>
            <a:ext cx="6317096" cy="23639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190"/>
              </a:lnSpc>
            </a:pPr>
            <a:r>
              <a:rPr sz="78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1443096"/>
            <a:ext cx="8501095" cy="1373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70"/>
              </a:lnSpc>
            </a:pPr>
            <a:r>
              <a:rPr sz="25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 Second home and investment property options also available.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4271277"/>
            <a:ext cx="8763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3069639"/>
            <a:ext cx="828675" cy="8286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9750" y="12870656"/>
            <a:ext cx="1611981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13084477"/>
            <a:ext cx="2800540" cy="40862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7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13523565"/>
            <a:ext cx="4806710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3847415"/>
            <a:ext cx="4163951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14419" y="12898189"/>
            <a:ext cx="895350" cy="895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2044" y="12945814"/>
            <a:ext cx="800100" cy="800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99189" y="13872120"/>
            <a:ext cx="2105489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4666565"/>
            <a:ext cx="2311208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983" y="14509402"/>
            <a:ext cx="1473100" cy="5619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000" y="15180632"/>
            <a:ext cx="5981289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5515629"/>
            <a:ext cx="8763000" cy="5045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306002"/>
            <a:ext cx="4856279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IF WALLS COULD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33675"/>
            <a:ext cx="6576765" cy="2019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128"/>
              </a:lnSpc>
            </a:pPr>
            <a:r>
              <a:rPr sz="66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Uncommon New Orleans living.</a:t>
            </a:r>
          </a:p>
        </p:txBody>
      </p:sp>
      <p:pic>
        <p:nvPicPr>
          <p:cNvPr id="5" name="Picture 4" descr="img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991695"/>
            <a:ext cx="4305300" cy="6086772"/>
          </a:xfrm>
          <a:prstGeom prst="rect">
            <a:avLst/>
          </a:prstGeom>
        </p:spPr>
      </p:pic>
      <p:pic>
        <p:nvPicPr>
          <p:cNvPr id="6" name="Picture 5" descr="im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4991695"/>
            <a:ext cx="4305300" cy="2967186"/>
          </a:xfrm>
          <a:prstGeom prst="rect">
            <a:avLst/>
          </a:prstGeom>
        </p:spPr>
      </p:pic>
      <p:pic>
        <p:nvPicPr>
          <p:cNvPr id="7" name="Picture 6" descr="img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8111281"/>
            <a:ext cx="4305300" cy="29671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40979" y="11426130"/>
            <a:ext cx="6404892" cy="4953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ctr">
              <a:lnSpc>
                <a:spcPct val="100000"/>
              </a:lnSpc>
            </a:pPr>
            <a:r>
              <a:rPr sz="30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3681620"/>
            <a:ext cx="87630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2479982"/>
            <a:ext cx="828675" cy="8286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9750" y="12280999"/>
            <a:ext cx="1611981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12494820"/>
            <a:ext cx="2800540" cy="40862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12933908"/>
            <a:ext cx="4806710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3257758"/>
            <a:ext cx="4163951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14419" y="12308532"/>
            <a:ext cx="895350" cy="895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2044" y="12356157"/>
            <a:ext cx="800100" cy="800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99189" y="13282463"/>
            <a:ext cx="2105489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4076908"/>
            <a:ext cx="2311208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983" y="13919745"/>
            <a:ext cx="1473547" cy="5619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000" y="14590975"/>
            <a:ext cx="5981289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4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4925972"/>
            <a:ext cx="8763000" cy="5045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86000"/>
            <a:ext cx="4191000" cy="14757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315182"/>
            <a:ext cx="2600631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76204"/>
            <a:ext cx="6924463" cy="175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270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Ready to own at The Alexandre?</a:t>
            </a:r>
          </a:p>
        </p:txBody>
      </p:sp>
      <p:pic>
        <p:nvPicPr>
          <p:cNvPr id="6" name="Picture 5" descr="im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953375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90900" y="7745730"/>
            <a:ext cx="2364045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39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90900" y="8101965"/>
            <a:ext cx="3903943" cy="56959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4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0900" y="8759190"/>
            <a:ext cx="3999812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0900" y="9178290"/>
            <a:ext cx="1992915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900" y="9600247"/>
            <a:ext cx="2337899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900" y="10121265"/>
            <a:ext cx="3225596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70303" y="8105775"/>
            <a:ext cx="1638300" cy="1638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453" y="8162925"/>
            <a:ext cx="1524000" cy="15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54056" y="9851707"/>
            <a:ext cx="2526550" cy="22288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350" b="0" i="0" spc="32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10882312"/>
            <a:ext cx="8763000" cy="14287"/>
          </a:xfrm>
          <a:prstGeom prst="rect">
            <a:avLst/>
          </a:prstGeom>
          <a:solidFill>
            <a:srgbClr val="818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1315700"/>
            <a:ext cx="1428750" cy="1428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3650" y="11412855"/>
            <a:ext cx="3133903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39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3650" y="11764327"/>
            <a:ext cx="3215428" cy="4457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3650" y="12294870"/>
            <a:ext cx="1907396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14076759"/>
            <a:ext cx="2311208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2" name="Picture 21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983" y="13919596"/>
            <a:ext cx="1473100" cy="56197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62000" y="14590826"/>
            <a:ext cx="5981289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4" name="Picture 23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4925823"/>
            <a:ext cx="8763000" cy="5045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