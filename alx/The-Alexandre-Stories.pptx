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2286000"/>
            <a:ext cx="4038600" cy="16646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2514600"/>
            <a:ext cx="3429000" cy="1207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8509635"/>
            <a:ext cx="8703391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963025"/>
            <a:ext cx="6317096" cy="23639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190"/>
              </a:lnSpc>
            </a:pPr>
            <a:r>
              <a:rPr sz="78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443096"/>
            <a:ext cx="8501095" cy="137338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70"/>
              </a:lnSpc>
            </a:pPr>
            <a:r>
              <a:rPr sz="25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 Second home and investment property options also available.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4271277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069639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877800"/>
            <a:ext cx="1611981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3100193"/>
            <a:ext cx="2800540" cy="377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3533090"/>
            <a:ext cx="480671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856940"/>
            <a:ext cx="4163951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898189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044" y="12945814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879264"/>
            <a:ext cx="2105489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676090"/>
            <a:ext cx="2311208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4509402"/>
            <a:ext cx="1473100" cy="561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5189681"/>
            <a:ext cx="5981289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5563254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318385"/>
            <a:ext cx="4856279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IF WALLS COULD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733675"/>
            <a:ext cx="6576765" cy="20195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128"/>
              </a:lnSpc>
            </a:pPr>
            <a:r>
              <a:rPr sz="66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Uncommon New Orleans living.</a:t>
            </a:r>
          </a:p>
        </p:txBody>
      </p:sp>
      <p:pic>
        <p:nvPicPr>
          <p:cNvPr id="5" name="Picture 4" descr="img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991695"/>
            <a:ext cx="4305300" cy="6039147"/>
          </a:xfrm>
          <a:prstGeom prst="rect">
            <a:avLst/>
          </a:prstGeom>
        </p:spPr>
      </p:pic>
      <p:pic>
        <p:nvPicPr>
          <p:cNvPr id="6" name="Picture 5" descr="im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4991695"/>
            <a:ext cx="4305300" cy="2943373"/>
          </a:xfrm>
          <a:prstGeom prst="rect">
            <a:avLst/>
          </a:prstGeom>
        </p:spPr>
      </p:pic>
      <p:pic>
        <p:nvPicPr>
          <p:cNvPr id="7" name="Picture 6" descr="img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8087469"/>
            <a:ext cx="4305300" cy="29433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40979" y="11397555"/>
            <a:ext cx="64048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30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3633995"/>
            <a:ext cx="87630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2432357"/>
            <a:ext cx="828675" cy="8286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9750" y="12240517"/>
            <a:ext cx="1611981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9750" y="12462911"/>
            <a:ext cx="2800540" cy="3771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4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9750" y="12895808"/>
            <a:ext cx="480671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9750" y="13219658"/>
            <a:ext cx="4163951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14419" y="12260907"/>
            <a:ext cx="895350" cy="895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2044" y="12308532"/>
            <a:ext cx="800100" cy="800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99189" y="13241982"/>
            <a:ext cx="2105489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25" b="0" i="0" spc="27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4038808"/>
            <a:ext cx="2311208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983" y="13872120"/>
            <a:ext cx="1473547" cy="5619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4552399"/>
            <a:ext cx="5981289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4925972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86000"/>
            <a:ext cx="4191000" cy="14757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327564"/>
            <a:ext cx="2600631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 spc="58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204"/>
            <a:ext cx="6924463" cy="17582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27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6" name="Picture 5" descr="im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929562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90900" y="7732395"/>
            <a:ext cx="2364045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90900" y="8100060"/>
            <a:ext cx="3903943" cy="5257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0900" y="8747760"/>
            <a:ext cx="3999812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0900" y="9166860"/>
            <a:ext cx="1992915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900" y="9592627"/>
            <a:ext cx="2337899" cy="3886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900" y="10109835"/>
            <a:ext cx="3225596" cy="2971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70303" y="8081962"/>
            <a:ext cx="1638300" cy="1638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453" y="8139112"/>
            <a:ext cx="1524000" cy="15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54056" y="9836467"/>
            <a:ext cx="2526550" cy="2057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50" b="0" i="0" spc="32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2000" y="10858500"/>
            <a:ext cx="8763000" cy="14287"/>
          </a:xfrm>
          <a:prstGeom prst="rect">
            <a:avLst/>
          </a:prstGeom>
          <a:solidFill>
            <a:srgbClr val="818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1291887"/>
            <a:ext cx="1428750" cy="1428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533650" y="11399520"/>
            <a:ext cx="3133903" cy="2514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650" b="0" i="0" spc="39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3650" y="11757660"/>
            <a:ext cx="3215428" cy="41147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3650" y="12284392"/>
            <a:ext cx="1907396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4038659"/>
            <a:ext cx="2311208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983" y="13871971"/>
            <a:ext cx="1473100" cy="5619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2000" y="14552250"/>
            <a:ext cx="5981289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4925823"/>
            <a:ext cx="8763000" cy="5045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