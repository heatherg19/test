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2000" y="2286000"/>
            <a:ext cx="4038600" cy="16646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514600"/>
            <a:ext cx="3429000" cy="1207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8497252"/>
            <a:ext cx="7704641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Jost"/>
                <a:ea typeface="Jost"/>
                <a:cs typeface="Jost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963025"/>
            <a:ext cx="6436286" cy="2363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190"/>
              </a:lnSpc>
            </a:pPr>
            <a:r>
              <a:rPr sz="78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1443096"/>
            <a:ext cx="8661493" cy="1373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70"/>
              </a:lnSpc>
            </a:pPr>
            <a:r>
              <a:rPr sz="255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condo financing for eligible primary-residence buyers. Second home and investment property options also available.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4271277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069639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870656"/>
            <a:ext cx="1426999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3084477"/>
            <a:ext cx="2479166" cy="40862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3523565"/>
            <a:ext cx="4255121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847415"/>
            <a:ext cx="3686121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898189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044" y="12945814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872120"/>
            <a:ext cx="1863875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4666565"/>
            <a:ext cx="2045987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Jost"/>
                <a:ea typeface="Jost"/>
                <a:cs typeface="Jost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4509402"/>
            <a:ext cx="1473100" cy="561975"/>
          </a:xfrm>
          <a:prstGeom prst="rect">
            <a:avLst/>
          </a:prstGeom>
        </p:spPr>
      </p:pic>
      <p:pic>
        <p:nvPicPr>
          <p:cNvPr id="20" name="Picture 19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5474106"/>
            <a:ext cx="4191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76350" y="15449847"/>
            <a:ext cx="1561534" cy="41478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FFFFFF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FFFFFF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7141" y="15166627"/>
            <a:ext cx="6414587" cy="9898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3"/>
              </a:lnSpc>
            </a:pPr>
            <a:r>
              <a:rPr sz="1425" b="0" i="0" spc="29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306002"/>
            <a:ext cx="4299001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2D2D2D"/>
                </a:solidFill>
                <a:latin typeface="Jost"/>
                <a:ea typeface="Jost"/>
                <a:cs typeface="Jost"/>
              </a:rPr>
              <a:t>IF WALLS COULD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33675"/>
            <a:ext cx="6700855" cy="2019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128"/>
              </a:lnSpc>
            </a:pPr>
            <a:r>
              <a:rPr sz="66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Uncommon New Orleans living.</a:t>
            </a:r>
          </a:p>
        </p:txBody>
      </p:sp>
      <p:pic>
        <p:nvPicPr>
          <p:cNvPr id="5" name="Picture 4" descr="img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991695"/>
            <a:ext cx="4305300" cy="5953869"/>
          </a:xfrm>
          <a:prstGeom prst="rect">
            <a:avLst/>
          </a:prstGeom>
        </p:spPr>
      </p:pic>
      <p:pic>
        <p:nvPicPr>
          <p:cNvPr id="6" name="Picture 5" descr="im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4991695"/>
            <a:ext cx="4305300" cy="2900660"/>
          </a:xfrm>
          <a:prstGeom prst="rect">
            <a:avLst/>
          </a:prstGeom>
        </p:spPr>
      </p:pic>
      <p:pic>
        <p:nvPicPr>
          <p:cNvPr id="7" name="Picture 6" descr="img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8044755"/>
            <a:ext cx="4305300" cy="29008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08473" y="11293226"/>
            <a:ext cx="5669905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3548717"/>
            <a:ext cx="87630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2347078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148095"/>
            <a:ext cx="1426999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2361917"/>
            <a:ext cx="2479166" cy="40862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2801004"/>
            <a:ext cx="4255121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124854"/>
            <a:ext cx="3686121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175628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2044" y="12223253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149560"/>
            <a:ext cx="1863875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3944004"/>
            <a:ext cx="2045987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555555"/>
                </a:solidFill>
                <a:latin typeface="Jost"/>
                <a:ea typeface="Jost"/>
                <a:cs typeface="Jost"/>
              </a:rPr>
              <a:t>FINANCING BY</a:t>
            </a:r>
          </a:p>
        </p:txBody>
      </p:sp>
      <p:pic>
        <p:nvPicPr>
          <p:cNvPr id="19" name="Picture 18" descr="img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983" y="13786842"/>
            <a:ext cx="1473547" cy="561975"/>
          </a:xfrm>
          <a:prstGeom prst="rect">
            <a:avLst/>
          </a:prstGeom>
        </p:spPr>
      </p:pic>
      <p:pic>
        <p:nvPicPr>
          <p:cNvPr id="20" name="Picture 19" descr="snap4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4751546"/>
            <a:ext cx="4191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76350" y="14727287"/>
            <a:ext cx="1561534" cy="41478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555555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555555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7141" y="14444067"/>
            <a:ext cx="6414587" cy="9898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3"/>
              </a:lnSpc>
            </a:pPr>
            <a:r>
              <a:rPr sz="1425" b="0" i="0" spc="29">
                <a:solidFill>
                  <a:srgbClr val="555555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86000"/>
            <a:ext cx="4191000" cy="14757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315182"/>
            <a:ext cx="2302198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Jost"/>
                <a:ea typeface="Jost"/>
                <a:cs typeface="Jost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76204"/>
            <a:ext cx="7055113" cy="175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27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6" name="Picture 5" descr="im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886997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90900" y="7679352"/>
            <a:ext cx="2092761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90900" y="8035587"/>
            <a:ext cx="3455949" cy="56959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0900" y="8692812"/>
            <a:ext cx="3540817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Loan Officer | NMLS #1934694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0900" y="9111912"/>
            <a:ext cx="1764220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Eustis Mortgage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00" y="9533870"/>
            <a:ext cx="2069615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504.418.3416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900" y="10054887"/>
            <a:ext cx="2855446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nate@eustismortgage.com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70303" y="8039397"/>
            <a:ext cx="1638300" cy="1638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453" y="8096547"/>
            <a:ext cx="1524000" cy="15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54056" y="9785330"/>
            <a:ext cx="2236618" cy="22288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50" b="0" i="0" spc="324">
                <a:solidFill>
                  <a:srgbClr val="FFFFFF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10815935"/>
            <a:ext cx="8763000" cy="14287"/>
          </a:xfrm>
          <a:prstGeom prst="rect">
            <a:avLst/>
          </a:prstGeom>
          <a:solidFill>
            <a:srgbClr val="818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1249322"/>
            <a:ext cx="1428750" cy="1428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3650" y="11346477"/>
            <a:ext cx="2774275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Jost"/>
                <a:ea typeface="Jost"/>
                <a:cs typeface="Jost"/>
              </a:rPr>
              <a:t>TOURS AND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3650" y="11697950"/>
            <a:ext cx="2846445" cy="4457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3650" y="12228492"/>
            <a:ext cx="1688514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504-232-8199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3944004"/>
            <a:ext cx="2045987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Jost"/>
                <a:ea typeface="Jost"/>
                <a:cs typeface="Jost"/>
              </a:rPr>
              <a:t>FINANCING BY</a:t>
            </a:r>
          </a:p>
        </p:txBody>
      </p:sp>
      <p:pic>
        <p:nvPicPr>
          <p:cNvPr id="22" name="Picture 21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3786842"/>
            <a:ext cx="1473100" cy="561975"/>
          </a:xfrm>
          <a:prstGeom prst="rect">
            <a:avLst/>
          </a:prstGeom>
        </p:spPr>
      </p:pic>
      <p:pic>
        <p:nvPicPr>
          <p:cNvPr id="23" name="Picture 22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4751546"/>
            <a:ext cx="419100" cy="381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76350" y="14727287"/>
            <a:ext cx="1561534" cy="41478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FFFFFF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1466"/>
              </a:lnSpc>
            </a:pPr>
            <a:r>
              <a:rPr sz="1275" b="0" i="0" spc="76">
                <a:solidFill>
                  <a:srgbClr val="FFFFFF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7141" y="14444067"/>
            <a:ext cx="6414587" cy="9898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23"/>
              </a:lnSpc>
            </a:pPr>
            <a:r>
              <a:rPr sz="1425" b="0" i="0" spc="29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