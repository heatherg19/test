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23850"/>
            <a:ext cx="2476500" cy="10045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7200"/>
            <a:ext cx="2095500" cy="7378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200400"/>
            <a:ext cx="7772400" cy="27622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3458051"/>
            <a:ext cx="43516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91636"/>
            <a:ext cx="7119190" cy="47053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8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Own a piece of New Orleans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81933"/>
            <a:ext cx="6553200" cy="9525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453860"/>
            <a:ext cx="13753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538573"/>
            <a:ext cx="1247206" cy="10648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546258"/>
            <a:ext cx="65220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0823" y="4443858"/>
            <a:ext cx="6250" cy="1273373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0923" y="4710975"/>
            <a:ext cx="1937536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PRIMARY RESIDENCE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0923" y="4947195"/>
            <a:ext cx="4984200" cy="5048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with as little as 5% down for eligible primary‑residence buyers and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83630"/>
            <a:ext cx="1563501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4508" y="6117907"/>
            <a:ext cx="3479250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condos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053" y="6161722"/>
            <a:ext cx="1247751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7084665"/>
            <a:ext cx="819150" cy="819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2100" y="6643747"/>
            <a:ext cx="118202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6791369"/>
            <a:ext cx="1867087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7078533"/>
            <a:ext cx="18460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2100" y="7269033"/>
            <a:ext cx="91983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7475726"/>
            <a:ext cx="98701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7686704"/>
            <a:ext cx="161288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26" name="Picture 25" descr="img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100" y="7971978"/>
            <a:ext cx="999083" cy="381000"/>
          </a:xfrm>
          <a:prstGeom prst="rect">
            <a:avLst/>
          </a:prstGeom>
        </p:spPr>
      </p:pic>
      <p:pic>
        <p:nvPicPr>
          <p:cNvPr id="27" name="Picture 26" descr="img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889" y="7008465"/>
            <a:ext cx="800100" cy="800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60712" y="7862381"/>
            <a:ext cx="1169312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28716" y="6635650"/>
            <a:ext cx="9525" cy="171732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741" y="6640413"/>
            <a:ext cx="571500" cy="571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541" y="6643747"/>
            <a:ext cx="156695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541" y="6806624"/>
            <a:ext cx="1518472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541" y="7045702"/>
            <a:ext cx="88569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8741" y="7293352"/>
            <a:ext cx="20817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35" name="Picture 34" descr="img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741" y="7569100"/>
            <a:ext cx="1272778" cy="4000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9600" y="8653075"/>
            <a:ext cx="294343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8866435"/>
            <a:ext cx="3148066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38" name="Picture 37" descr="img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040266"/>
            <a:ext cx="4962525" cy="2857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9600" y="9383166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