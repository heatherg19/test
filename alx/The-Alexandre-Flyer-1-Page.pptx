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23850"/>
            <a:ext cx="2476500" cy="10045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57200"/>
            <a:ext cx="2095500" cy="7378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200400"/>
            <a:ext cx="7772400" cy="27622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3464242"/>
            <a:ext cx="43516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709734"/>
            <a:ext cx="7119190" cy="4343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Own a piece of New Orleans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81933"/>
            <a:ext cx="6553200" cy="9525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460051"/>
            <a:ext cx="13753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579530"/>
            <a:ext cx="1247206" cy="9829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552449"/>
            <a:ext cx="652200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0823" y="4443858"/>
            <a:ext cx="6250" cy="1273373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0923" y="4716690"/>
            <a:ext cx="1937536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PRIMARY RESIDENCE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0923" y="4947195"/>
            <a:ext cx="4984200" cy="5048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with as little as 5% down for eligible primary‑residence buyers and units.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89345"/>
            <a:ext cx="1563501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4508" y="6126480"/>
            <a:ext cx="3479250" cy="2057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condos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053" y="6168390"/>
            <a:ext cx="1247751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7056090"/>
            <a:ext cx="819150" cy="819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2100" y="6620410"/>
            <a:ext cx="1182022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100" y="6773272"/>
            <a:ext cx="1867087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2100" y="7055673"/>
            <a:ext cx="184602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2100" y="7246173"/>
            <a:ext cx="91983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100" y="7453818"/>
            <a:ext cx="987016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7664321"/>
            <a:ext cx="161288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26" name="Picture 25" descr="img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2100" y="7943403"/>
            <a:ext cx="999083" cy="381000"/>
          </a:xfrm>
          <a:prstGeom prst="rect">
            <a:avLst/>
          </a:prstGeom>
        </p:spPr>
      </p:pic>
      <p:pic>
        <p:nvPicPr>
          <p:cNvPr id="27" name="Picture 26" descr="img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889" y="6979890"/>
            <a:ext cx="800100" cy="8001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60712" y="7838092"/>
            <a:ext cx="1169312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28716" y="6607075"/>
            <a:ext cx="9525" cy="171732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741" y="6611838"/>
            <a:ext cx="571500" cy="571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541" y="6620410"/>
            <a:ext cx="1566951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541" y="6786145"/>
            <a:ext cx="1518472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541" y="7023318"/>
            <a:ext cx="88569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8741" y="7270968"/>
            <a:ext cx="2081703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35" name="Picture 34" descr="img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741" y="7540525"/>
            <a:ext cx="1272778" cy="4000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9600" y="8601164"/>
            <a:ext cx="2943436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8814048"/>
            <a:ext cx="3148066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8992641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  <p:pic>
        <p:nvPicPr>
          <p:cNvPr id="39" name="Picture 38" descr="img3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7" y="94869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